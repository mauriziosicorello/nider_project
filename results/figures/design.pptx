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1" r:id="rId3"/>
    <p:sldId id="262" r:id="rId4"/>
    <p:sldId id="257" r:id="rId5"/>
    <p:sldId id="258" r:id="rId6"/>
    <p:sldId id="259" r:id="rId7"/>
    <p:sldId id="260" r:id="rId8"/>
    <p:sldId id="263" r:id="rId9"/>
  </p:sldIdLst>
  <p:sldSz cx="6480175" cy="90011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FC4"/>
    <a:srgbClr val="F876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03FBDD-45F6-4681-BDDC-14242303636C}" v="2" dt="2026-08-14T10:50:27.1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316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izio Sicorello" userId="441cc9bc8c67f6c4" providerId="LiveId" clId="{9D435DBE-CC40-43A2-864C-8E7B584E4A56}"/>
    <pc:docChg chg="custSel addSld modSld">
      <pc:chgData name="Maurizio Sicorello" userId="441cc9bc8c67f6c4" providerId="LiveId" clId="{9D435DBE-CC40-43A2-864C-8E7B584E4A56}" dt="2026-08-14T12:13:27.556" v="41" actId="732"/>
      <pc:docMkLst>
        <pc:docMk/>
      </pc:docMkLst>
      <pc:sldChg chg="modSp mod">
        <pc:chgData name="Maurizio Sicorello" userId="441cc9bc8c67f6c4" providerId="LiveId" clId="{9D435DBE-CC40-43A2-864C-8E7B584E4A56}" dt="2026-08-14T12:13:27.556" v="41" actId="732"/>
        <pc:sldMkLst>
          <pc:docMk/>
          <pc:sldMk cId="795134355" sldId="259"/>
        </pc:sldMkLst>
        <pc:picChg chg="mod modCrop">
          <ac:chgData name="Maurizio Sicorello" userId="441cc9bc8c67f6c4" providerId="LiveId" clId="{9D435DBE-CC40-43A2-864C-8E7B584E4A56}" dt="2026-08-14T12:13:27.556" v="41" actId="732"/>
          <ac:picMkLst>
            <pc:docMk/>
            <pc:sldMk cId="795134355" sldId="259"/>
            <ac:picMk id="19" creationId="{89B2984A-3B85-8C88-68EA-A61006D54EB1}"/>
          </ac:picMkLst>
        </pc:picChg>
      </pc:sldChg>
      <pc:sldChg chg="addSp modSp">
        <pc:chgData name="Maurizio Sicorello" userId="441cc9bc8c67f6c4" providerId="LiveId" clId="{9D435DBE-CC40-43A2-864C-8E7B584E4A56}" dt="2026-08-14T10:50:27.156" v="35" actId="571"/>
        <pc:sldMkLst>
          <pc:docMk/>
          <pc:sldMk cId="1380101050" sldId="262"/>
        </pc:sldMkLst>
        <pc:spChg chg="add mod">
          <ac:chgData name="Maurizio Sicorello" userId="441cc9bc8c67f6c4" providerId="LiveId" clId="{9D435DBE-CC40-43A2-864C-8E7B584E4A56}" dt="2026-08-14T10:50:27.156" v="35" actId="571"/>
          <ac:spMkLst>
            <pc:docMk/>
            <pc:sldMk cId="1380101050" sldId="262"/>
            <ac:spMk id="2" creationId="{D932220F-4A4F-C7BF-3FC6-B84CB3D26ED2}"/>
          </ac:spMkLst>
        </pc:spChg>
        <pc:spChg chg="add mod">
          <ac:chgData name="Maurizio Sicorello" userId="441cc9bc8c67f6c4" providerId="LiveId" clId="{9D435DBE-CC40-43A2-864C-8E7B584E4A56}" dt="2026-08-14T10:50:27.156" v="35" actId="571"/>
          <ac:spMkLst>
            <pc:docMk/>
            <pc:sldMk cId="1380101050" sldId="262"/>
            <ac:spMk id="3" creationId="{70FD0BE7-CFCC-9FEA-AC18-3401E815B7A6}"/>
          </ac:spMkLst>
        </pc:spChg>
      </pc:sldChg>
      <pc:sldChg chg="delSp add mod">
        <pc:chgData name="Maurizio Sicorello" userId="441cc9bc8c67f6c4" providerId="LiveId" clId="{9D435DBE-CC40-43A2-864C-8E7B584E4A56}" dt="2026-08-14T12:11:10.557" v="40" actId="478"/>
        <pc:sldMkLst>
          <pc:docMk/>
          <pc:sldMk cId="2866816649" sldId="263"/>
        </pc:sldMkLst>
        <pc:spChg chg="del">
          <ac:chgData name="Maurizio Sicorello" userId="441cc9bc8c67f6c4" providerId="LiveId" clId="{9D435DBE-CC40-43A2-864C-8E7B584E4A56}" dt="2026-08-14T12:11:08.763" v="39" actId="478"/>
          <ac:spMkLst>
            <pc:docMk/>
            <pc:sldMk cId="2866816649" sldId="263"/>
            <ac:spMk id="3" creationId="{9874E5A9-FBCF-9DBF-ACC9-CED9595C3366}"/>
          </ac:spMkLst>
        </pc:spChg>
        <pc:spChg chg="del">
          <ac:chgData name="Maurizio Sicorello" userId="441cc9bc8c67f6c4" providerId="LiveId" clId="{9D435DBE-CC40-43A2-864C-8E7B584E4A56}" dt="2026-08-14T12:11:05.164" v="37" actId="478"/>
          <ac:spMkLst>
            <pc:docMk/>
            <pc:sldMk cId="2866816649" sldId="263"/>
            <ac:spMk id="7" creationId="{631FCCED-DB34-E093-72C9-BF2A8644F5B7}"/>
          </ac:spMkLst>
        </pc:spChg>
        <pc:spChg chg="del">
          <ac:chgData name="Maurizio Sicorello" userId="441cc9bc8c67f6c4" providerId="LiveId" clId="{9D435DBE-CC40-43A2-864C-8E7B584E4A56}" dt="2026-08-14T12:11:07.439" v="38" actId="478"/>
          <ac:spMkLst>
            <pc:docMk/>
            <pc:sldMk cId="2866816649" sldId="263"/>
            <ac:spMk id="9" creationId="{8CCE1752-3CD9-F05C-6B48-E9894B3DD1CB}"/>
          </ac:spMkLst>
        </pc:spChg>
        <pc:spChg chg="del">
          <ac:chgData name="Maurizio Sicorello" userId="441cc9bc8c67f6c4" providerId="LiveId" clId="{9D435DBE-CC40-43A2-864C-8E7B584E4A56}" dt="2026-08-14T12:11:10.557" v="40" actId="478"/>
          <ac:spMkLst>
            <pc:docMk/>
            <pc:sldMk cId="2866816649" sldId="263"/>
            <ac:spMk id="27" creationId="{0C9A5404-904F-FBC8-CBEC-FBD39ACF27C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13" y="1473101"/>
            <a:ext cx="5508149" cy="3133725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4727675"/>
            <a:ext cx="4860131" cy="2173188"/>
          </a:xfrm>
        </p:spPr>
        <p:txBody>
          <a:bodyPr/>
          <a:lstStyle>
            <a:lvl1pPr marL="0" indent="0" algn="ctr">
              <a:buNone/>
              <a:defRPr sz="1701"/>
            </a:lvl1pPr>
            <a:lvl2pPr marL="324018" indent="0" algn="ctr">
              <a:buNone/>
              <a:defRPr sz="1417"/>
            </a:lvl2pPr>
            <a:lvl3pPr marL="648035" indent="0" algn="ctr">
              <a:buNone/>
              <a:defRPr sz="1276"/>
            </a:lvl3pPr>
            <a:lvl4pPr marL="972053" indent="0" algn="ctr">
              <a:buNone/>
              <a:defRPr sz="1134"/>
            </a:lvl4pPr>
            <a:lvl5pPr marL="1296071" indent="0" algn="ctr">
              <a:buNone/>
              <a:defRPr sz="1134"/>
            </a:lvl5pPr>
            <a:lvl6pPr marL="1620088" indent="0" algn="ctr">
              <a:buNone/>
              <a:defRPr sz="1134"/>
            </a:lvl6pPr>
            <a:lvl7pPr marL="1944106" indent="0" algn="ctr">
              <a:buNone/>
              <a:defRPr sz="1134"/>
            </a:lvl7pPr>
            <a:lvl8pPr marL="2268123" indent="0" algn="ctr">
              <a:buNone/>
              <a:defRPr sz="1134"/>
            </a:lvl8pPr>
            <a:lvl9pPr marL="2592141" indent="0" algn="ctr">
              <a:buNone/>
              <a:defRPr sz="1134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8CF5-6C8B-4B9F-9DBA-ABA87078AAD8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E02-D774-4BCF-AA4F-406ED40EED2E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204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8CF5-6C8B-4B9F-9DBA-ABA87078AAD8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E02-D774-4BCF-AA4F-406ED40EED2E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795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2244033"/>
            <a:ext cx="5589151" cy="3744217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6023672"/>
            <a:ext cx="5589151" cy="1968995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1pPr>
            <a:lvl2pPr marL="324018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2pPr>
            <a:lvl3pPr marL="648035" indent="0">
              <a:buNone/>
              <a:defRPr sz="1276">
                <a:solidFill>
                  <a:schemeClr val="tx1">
                    <a:tint val="82000"/>
                  </a:schemeClr>
                </a:solidFill>
              </a:defRPr>
            </a:lvl3pPr>
            <a:lvl4pPr marL="972053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4pPr>
            <a:lvl5pPr marL="129607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5pPr>
            <a:lvl6pPr marL="1620088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6pPr>
            <a:lvl7pPr marL="1944106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7pPr>
            <a:lvl8pPr marL="2268123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8pPr>
            <a:lvl9pPr marL="259214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8CF5-6C8B-4B9F-9DBA-ABA87078AAD8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E02-D774-4BCF-AA4F-406ED40EED2E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482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2396133"/>
            <a:ext cx="2754074" cy="571113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2396133"/>
            <a:ext cx="2754074" cy="571113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8CF5-6C8B-4B9F-9DBA-ABA87078AAD8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E02-D774-4BCF-AA4F-406ED40EED2E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817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479229"/>
            <a:ext cx="5589151" cy="173980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7" y="2206526"/>
            <a:ext cx="2741417" cy="1081385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7" y="3287911"/>
            <a:ext cx="2741417" cy="483602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2206526"/>
            <a:ext cx="2754918" cy="1081385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3287911"/>
            <a:ext cx="2754918" cy="483602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8CF5-6C8B-4B9F-9DBA-ABA87078AAD8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E02-D774-4BCF-AA4F-406ED40EED2E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329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8CF5-6C8B-4B9F-9DBA-ABA87078AAD8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E02-D774-4BCF-AA4F-406ED40EED2E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685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8CF5-6C8B-4B9F-9DBA-ABA87078AAD8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E02-D774-4BCF-AA4F-406ED40EED2E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911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600075"/>
            <a:ext cx="2090025" cy="2100263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1295997"/>
            <a:ext cx="3280589" cy="6396633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2700338"/>
            <a:ext cx="2090025" cy="5002709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8CF5-6C8B-4B9F-9DBA-ABA87078AAD8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E02-D774-4BCF-AA4F-406ED40EED2E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275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600075"/>
            <a:ext cx="2090025" cy="2100263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1295997"/>
            <a:ext cx="3280589" cy="6396633"/>
          </a:xfrm>
        </p:spPr>
        <p:txBody>
          <a:bodyPr anchor="t"/>
          <a:lstStyle>
            <a:lvl1pPr marL="0" indent="0">
              <a:buNone/>
              <a:defRPr sz="2268"/>
            </a:lvl1pPr>
            <a:lvl2pPr marL="324018" indent="0">
              <a:buNone/>
              <a:defRPr sz="1984"/>
            </a:lvl2pPr>
            <a:lvl3pPr marL="648035" indent="0">
              <a:buNone/>
              <a:defRPr sz="1701"/>
            </a:lvl3pPr>
            <a:lvl4pPr marL="972053" indent="0">
              <a:buNone/>
              <a:defRPr sz="1417"/>
            </a:lvl4pPr>
            <a:lvl5pPr marL="1296071" indent="0">
              <a:buNone/>
              <a:defRPr sz="1417"/>
            </a:lvl5pPr>
            <a:lvl6pPr marL="1620088" indent="0">
              <a:buNone/>
              <a:defRPr sz="1417"/>
            </a:lvl6pPr>
            <a:lvl7pPr marL="1944106" indent="0">
              <a:buNone/>
              <a:defRPr sz="1417"/>
            </a:lvl7pPr>
            <a:lvl8pPr marL="2268123" indent="0">
              <a:buNone/>
              <a:defRPr sz="1417"/>
            </a:lvl8pPr>
            <a:lvl9pPr marL="2592141" indent="0">
              <a:buNone/>
              <a:defRPr sz="141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2700338"/>
            <a:ext cx="2090025" cy="5002709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8CF5-6C8B-4B9F-9DBA-ABA87078AAD8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E02-D774-4BCF-AA4F-406ED40EED2E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48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8CF5-6C8B-4B9F-9DBA-ABA87078AAD8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E02-D774-4BCF-AA4F-406ED40EED2E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955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479227"/>
            <a:ext cx="1397288" cy="762803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479227"/>
            <a:ext cx="4110861" cy="762803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8CF5-6C8B-4B9F-9DBA-ABA87078AAD8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E02-D774-4BCF-AA4F-406ED40EED2E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512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479229"/>
            <a:ext cx="5589151" cy="1739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2396133"/>
            <a:ext cx="5589151" cy="5711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8342711"/>
            <a:ext cx="1458039" cy="4792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58CF5-6C8B-4B9F-9DBA-ABA87078AAD8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8342711"/>
            <a:ext cx="2187059" cy="4792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8342711"/>
            <a:ext cx="1458039" cy="4792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65E02-D774-4BCF-AA4F-406ED40EED2E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537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48035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09" indent="-162009" algn="l" defTabSz="64803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6026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10044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406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079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097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6115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013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4150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01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035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05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07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08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106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812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214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B4A1FA0F-1048-015C-3493-3241B9C03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48" y="1659561"/>
            <a:ext cx="5495079" cy="5495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5E96A93-7B4E-97F5-97B6-A6331983C48A}"/>
              </a:ext>
            </a:extLst>
          </p:cNvPr>
          <p:cNvSpPr txBox="1"/>
          <p:nvPr/>
        </p:nvSpPr>
        <p:spPr>
          <a:xfrm>
            <a:off x="4620232" y="3760284"/>
            <a:ext cx="109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rgbClr val="000000"/>
                </a:solidFill>
              </a:rPr>
              <a:t>r </a:t>
            </a:r>
            <a:r>
              <a:rPr lang="de-DE" dirty="0">
                <a:solidFill>
                  <a:srgbClr val="000000"/>
                </a:solidFill>
              </a:rPr>
              <a:t>= .08*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7CEFDCF-92CB-F491-6C85-D5D99DDCBD30}"/>
              </a:ext>
            </a:extLst>
          </p:cNvPr>
          <p:cNvSpPr txBox="1"/>
          <p:nvPr/>
        </p:nvSpPr>
        <p:spPr>
          <a:xfrm>
            <a:off x="2841051" y="6451874"/>
            <a:ext cx="109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rgbClr val="000000"/>
                </a:solidFill>
              </a:rPr>
              <a:t>r </a:t>
            </a:r>
            <a:r>
              <a:rPr lang="de-DE" dirty="0">
                <a:solidFill>
                  <a:srgbClr val="000000"/>
                </a:solidFill>
              </a:rPr>
              <a:t>= .05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4CB8D5A-F2CE-1A89-CB23-939E01909604}"/>
              </a:ext>
            </a:extLst>
          </p:cNvPr>
          <p:cNvSpPr txBox="1"/>
          <p:nvPr/>
        </p:nvSpPr>
        <p:spPr>
          <a:xfrm>
            <a:off x="1251785" y="3760284"/>
            <a:ext cx="109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rgbClr val="000000"/>
                </a:solidFill>
              </a:rPr>
              <a:t>r </a:t>
            </a:r>
            <a:r>
              <a:rPr lang="de-DE" dirty="0">
                <a:solidFill>
                  <a:srgbClr val="000000"/>
                </a:solidFill>
              </a:rPr>
              <a:t>= .01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37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AEDFC-6F06-5BE0-11EF-1BA9F8315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B1DA680-E1C1-6A7F-0AF6-AFBFAF785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7620"/>
            <a:ext cx="6480175" cy="646588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27278A55-CD41-4615-2415-6D59E634B3AE}"/>
              </a:ext>
            </a:extLst>
          </p:cNvPr>
          <p:cNvSpPr txBox="1"/>
          <p:nvPr/>
        </p:nvSpPr>
        <p:spPr>
          <a:xfrm>
            <a:off x="4864072" y="3785260"/>
            <a:ext cx="109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rgbClr val="000000"/>
                </a:solidFill>
              </a:rPr>
              <a:t>r </a:t>
            </a:r>
            <a:r>
              <a:rPr lang="de-DE" dirty="0">
                <a:solidFill>
                  <a:srgbClr val="000000"/>
                </a:solidFill>
              </a:rPr>
              <a:t>= .08*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DCDFEC5-206A-C8B9-A663-2D8FDC9B5ABD}"/>
              </a:ext>
            </a:extLst>
          </p:cNvPr>
          <p:cNvSpPr txBox="1"/>
          <p:nvPr/>
        </p:nvSpPr>
        <p:spPr>
          <a:xfrm>
            <a:off x="2841051" y="6929394"/>
            <a:ext cx="109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rgbClr val="000000"/>
                </a:solidFill>
              </a:rPr>
              <a:t>r </a:t>
            </a:r>
            <a:r>
              <a:rPr lang="de-DE" dirty="0">
                <a:solidFill>
                  <a:srgbClr val="000000"/>
                </a:solidFill>
              </a:rPr>
              <a:t>= .05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B70973D-C5FF-D3CC-748D-2E047CDF1F86}"/>
              </a:ext>
            </a:extLst>
          </p:cNvPr>
          <p:cNvSpPr txBox="1"/>
          <p:nvPr/>
        </p:nvSpPr>
        <p:spPr>
          <a:xfrm>
            <a:off x="1018105" y="3785260"/>
            <a:ext cx="109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rgbClr val="000000"/>
                </a:solidFill>
              </a:rPr>
              <a:t>r </a:t>
            </a:r>
            <a:r>
              <a:rPr lang="de-DE" dirty="0">
                <a:solidFill>
                  <a:srgbClr val="000000"/>
                </a:solidFill>
              </a:rPr>
              <a:t>= .01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45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50F87B8B-8DA8-53CA-1F30-91E78F04D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4635"/>
            <a:ext cx="6480175" cy="635185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491E4FA-D54F-0F09-5A74-C74D0B8A270B}"/>
              </a:ext>
            </a:extLst>
          </p:cNvPr>
          <p:cNvSpPr txBox="1"/>
          <p:nvPr/>
        </p:nvSpPr>
        <p:spPr>
          <a:xfrm>
            <a:off x="4864072" y="3785260"/>
            <a:ext cx="109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rgbClr val="000000"/>
                </a:solidFill>
              </a:rPr>
              <a:t>r </a:t>
            </a:r>
            <a:r>
              <a:rPr lang="de-DE" dirty="0">
                <a:solidFill>
                  <a:srgbClr val="000000"/>
                </a:solidFill>
              </a:rPr>
              <a:t>= .08*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79820D5-8796-7BFB-E3E7-83D16C4316ED}"/>
              </a:ext>
            </a:extLst>
          </p:cNvPr>
          <p:cNvSpPr txBox="1"/>
          <p:nvPr/>
        </p:nvSpPr>
        <p:spPr>
          <a:xfrm>
            <a:off x="2841051" y="6929394"/>
            <a:ext cx="109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rgbClr val="000000"/>
                </a:solidFill>
              </a:rPr>
              <a:t>r </a:t>
            </a:r>
            <a:r>
              <a:rPr lang="de-DE" dirty="0">
                <a:solidFill>
                  <a:srgbClr val="000000"/>
                </a:solidFill>
              </a:rPr>
              <a:t>= .05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C1C3514-DB13-96FB-ADB4-9FB475617A2F}"/>
              </a:ext>
            </a:extLst>
          </p:cNvPr>
          <p:cNvSpPr txBox="1"/>
          <p:nvPr/>
        </p:nvSpPr>
        <p:spPr>
          <a:xfrm>
            <a:off x="1018105" y="3785260"/>
            <a:ext cx="109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rgbClr val="000000"/>
                </a:solidFill>
              </a:rPr>
              <a:t>r </a:t>
            </a:r>
            <a:r>
              <a:rPr lang="de-DE" dirty="0">
                <a:solidFill>
                  <a:srgbClr val="000000"/>
                </a:solidFill>
              </a:rPr>
              <a:t>= .01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101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EFACA736-018F-E742-D866-7EA2F49B5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4" y="2332428"/>
            <a:ext cx="1492206" cy="148742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113EFA0-CE50-716D-2B02-CD02F5FD8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329" y="2332427"/>
            <a:ext cx="1455157" cy="1487423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9FE35E6-082D-49EB-4ACC-F2A1CEDFF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796" y="2332427"/>
            <a:ext cx="1445590" cy="148742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395015E-C0FC-0D10-03C2-2274747E7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5811" y="2332428"/>
            <a:ext cx="1492206" cy="1487423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26FF7182-D092-D680-3640-24252E93BEDD}"/>
              </a:ext>
            </a:extLst>
          </p:cNvPr>
          <p:cNvSpPr txBox="1"/>
          <p:nvPr/>
        </p:nvSpPr>
        <p:spPr>
          <a:xfrm>
            <a:off x="0" y="1947963"/>
            <a:ext cx="171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66B3485-CEA9-3B84-420C-D929C5AC2755}"/>
              </a:ext>
            </a:extLst>
          </p:cNvPr>
          <p:cNvSpPr txBox="1"/>
          <p:nvPr/>
        </p:nvSpPr>
        <p:spPr>
          <a:xfrm>
            <a:off x="3089385" y="1952140"/>
            <a:ext cx="171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Ratings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EBE17CD-8374-D80C-49B3-047B1246ACD7}"/>
              </a:ext>
            </a:extLst>
          </p:cNvPr>
          <p:cNvSpPr txBox="1"/>
          <p:nvPr/>
        </p:nvSpPr>
        <p:spPr>
          <a:xfrm>
            <a:off x="4702078" y="1947963"/>
            <a:ext cx="171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Amygdala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53E7F71-820F-E648-1E4B-ECA5BA14FF3E}"/>
              </a:ext>
            </a:extLst>
          </p:cNvPr>
          <p:cNvSpPr txBox="1"/>
          <p:nvPr/>
        </p:nvSpPr>
        <p:spPr>
          <a:xfrm>
            <a:off x="1243062" y="1952140"/>
            <a:ext cx="2537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Questionnaires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771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 enthält.&#10;&#10;Automatisch generierte Beschreibung">
            <a:extLst>
              <a:ext uri="{FF2B5EF4-FFF2-40B4-BE49-F238E27FC236}">
                <a16:creationId xmlns:a16="http://schemas.microsoft.com/office/drawing/2014/main" id="{A538C8CB-FC65-7D2B-7236-AAC9F1821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65"/>
          <a:stretch/>
        </p:blipFill>
        <p:spPr>
          <a:xfrm>
            <a:off x="350141" y="1581859"/>
            <a:ext cx="2615220" cy="2667165"/>
          </a:xfrm>
          <a:prstGeom prst="rect">
            <a:avLst/>
          </a:prstGeom>
        </p:spPr>
      </p:pic>
      <p:pic>
        <p:nvPicPr>
          <p:cNvPr id="7" name="Grafik 6" descr="Ein Bild, das Entwurf, Zeichnung enthält.&#10;&#10;Automatisch generierte Beschreibung">
            <a:extLst>
              <a:ext uri="{FF2B5EF4-FFF2-40B4-BE49-F238E27FC236}">
                <a16:creationId xmlns:a16="http://schemas.microsoft.com/office/drawing/2014/main" id="{C2185D7F-2F45-E327-B615-1B206C5D8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09"/>
          <a:stretch/>
        </p:blipFill>
        <p:spPr>
          <a:xfrm>
            <a:off x="3512469" y="1581859"/>
            <a:ext cx="2609546" cy="2667165"/>
          </a:xfrm>
          <a:prstGeom prst="rect">
            <a:avLst/>
          </a:prstGeom>
        </p:spPr>
      </p:pic>
      <p:pic>
        <p:nvPicPr>
          <p:cNvPr id="9" name="Grafik 8" descr="Ein Bild, das Screenshot, Text enthält.&#10;&#10;Automatisch generierte Beschreibung">
            <a:extLst>
              <a:ext uri="{FF2B5EF4-FFF2-40B4-BE49-F238E27FC236}">
                <a16:creationId xmlns:a16="http://schemas.microsoft.com/office/drawing/2014/main" id="{B45FD0D0-E0A5-8AF3-E993-826CE5C110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82"/>
          <a:stretch/>
        </p:blipFill>
        <p:spPr>
          <a:xfrm>
            <a:off x="350141" y="4941645"/>
            <a:ext cx="2656884" cy="2667165"/>
          </a:xfrm>
          <a:prstGeom prst="rect">
            <a:avLst/>
          </a:prstGeom>
        </p:spPr>
      </p:pic>
      <p:pic>
        <p:nvPicPr>
          <p:cNvPr id="11" name="Grafik 10" descr="Ein Bild, das Screenshot, Cartoon enthält.&#10;&#10;Automatisch generierte Beschreibung">
            <a:extLst>
              <a:ext uri="{FF2B5EF4-FFF2-40B4-BE49-F238E27FC236}">
                <a16:creationId xmlns:a16="http://schemas.microsoft.com/office/drawing/2014/main" id="{70AE1661-AD85-DB3B-1965-013D1F0136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73"/>
          <a:stretch/>
        </p:blipFill>
        <p:spPr>
          <a:xfrm>
            <a:off x="3512470" y="4873063"/>
            <a:ext cx="2752351" cy="2735746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F9C9D978-AE1B-A1AC-31F4-6529B33D9AE6}"/>
              </a:ext>
            </a:extLst>
          </p:cNvPr>
          <p:cNvSpPr txBox="1"/>
          <p:nvPr/>
        </p:nvSpPr>
        <p:spPr>
          <a:xfrm>
            <a:off x="682597" y="1267370"/>
            <a:ext cx="1718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priori Network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4CF10C6-F7BC-618A-E9F8-1BD88239D2A0}"/>
              </a:ext>
            </a:extLst>
          </p:cNvPr>
          <p:cNvSpPr txBox="1"/>
          <p:nvPr/>
        </p:nvSpPr>
        <p:spPr>
          <a:xfrm>
            <a:off x="682597" y="4603090"/>
            <a:ext cx="1718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Ratings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AEF9288-CDC7-AC7A-2C05-893F574FDDA9}"/>
              </a:ext>
            </a:extLst>
          </p:cNvPr>
          <p:cNvSpPr txBox="1"/>
          <p:nvPr/>
        </p:nvSpPr>
        <p:spPr>
          <a:xfrm>
            <a:off x="3824447" y="4580231"/>
            <a:ext cx="1718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Amygdala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51B4C34-7335-8DCD-8B1D-AD139982CEDC}"/>
              </a:ext>
            </a:extLst>
          </p:cNvPr>
          <p:cNvSpPr txBox="1"/>
          <p:nvPr/>
        </p:nvSpPr>
        <p:spPr>
          <a:xfrm>
            <a:off x="3414645" y="1268713"/>
            <a:ext cx="2537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Questionnaires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48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 descr="Ein Bild, das Screenshot, Zeichnung, Entwurf, Kunst enthält.&#10;&#10;Automatisch generierte Beschreibung">
            <a:extLst>
              <a:ext uri="{FF2B5EF4-FFF2-40B4-BE49-F238E27FC236}">
                <a16:creationId xmlns:a16="http://schemas.microsoft.com/office/drawing/2014/main" id="{4E3E6200-3D5B-341C-B489-36514C318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8173" y="1797592"/>
            <a:ext cx="2502650" cy="3582986"/>
          </a:xfrm>
          <a:prstGeom prst="rect">
            <a:avLst/>
          </a:prstGeom>
        </p:spPr>
      </p:pic>
      <p:pic>
        <p:nvPicPr>
          <p:cNvPr id="17" name="Grafik 16" descr="Ein Bild, das Entwurf, Gehirn enthält.&#10;&#10;Automatisch generierte Beschreibung">
            <a:extLst>
              <a:ext uri="{FF2B5EF4-FFF2-40B4-BE49-F238E27FC236}">
                <a16:creationId xmlns:a16="http://schemas.microsoft.com/office/drawing/2014/main" id="{93501F80-1FE9-7B28-C0B7-476C8693A3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85" y="1797592"/>
            <a:ext cx="2502650" cy="3582987"/>
          </a:xfrm>
          <a:prstGeom prst="rect">
            <a:avLst/>
          </a:prstGeom>
        </p:spPr>
      </p:pic>
      <p:pic>
        <p:nvPicPr>
          <p:cNvPr id="19" name="Grafik 18" descr="Ein Bild, das Screenshot, Gehirn enthält.&#10;&#10;Automatisch generierte Beschreibung">
            <a:extLst>
              <a:ext uri="{FF2B5EF4-FFF2-40B4-BE49-F238E27FC236}">
                <a16:creationId xmlns:a16="http://schemas.microsoft.com/office/drawing/2014/main" id="{89B2984A-3B85-8C88-68EA-A61006D54E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340"/>
          <a:stretch>
            <a:fillRect/>
          </a:stretch>
        </p:blipFill>
        <p:spPr>
          <a:xfrm>
            <a:off x="3240087" y="1797592"/>
            <a:ext cx="2502650" cy="381937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C9F7FB4A-CA85-0A37-7656-79EB67FD96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590" y="1797593"/>
            <a:ext cx="2419109" cy="346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134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Screenshot, Zeichnung, Entwurf, Kunst enthält.&#10;&#10;Automatisch generierte Beschreibung">
            <a:extLst>
              <a:ext uri="{FF2B5EF4-FFF2-40B4-BE49-F238E27FC236}">
                <a16:creationId xmlns:a16="http://schemas.microsoft.com/office/drawing/2014/main" id="{5BDC0F31-DCCD-E986-CD60-18AEC86DD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2" b="38429"/>
          <a:stretch/>
        </p:blipFill>
        <p:spPr>
          <a:xfrm>
            <a:off x="764686" y="831804"/>
            <a:ext cx="2502650" cy="1196341"/>
          </a:xfrm>
          <a:prstGeom prst="rect">
            <a:avLst/>
          </a:prstGeom>
        </p:spPr>
      </p:pic>
      <p:pic>
        <p:nvPicPr>
          <p:cNvPr id="11" name="Grafik 10" descr="Ein Bild, das Screenshot, Zeichnung, Entwurf, Kunst enthält.&#10;&#10;Automatisch generierte Beschreibung">
            <a:extLst>
              <a:ext uri="{FF2B5EF4-FFF2-40B4-BE49-F238E27FC236}">
                <a16:creationId xmlns:a16="http://schemas.microsoft.com/office/drawing/2014/main" id="{A51B6965-F327-4090-E5C5-6273F59DB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783" b="1"/>
          <a:stretch/>
        </p:blipFill>
        <p:spPr>
          <a:xfrm>
            <a:off x="3431686" y="745333"/>
            <a:ext cx="2502650" cy="1369282"/>
          </a:xfrm>
          <a:prstGeom prst="rect">
            <a:avLst/>
          </a:prstGeom>
        </p:spPr>
      </p:pic>
      <p:pic>
        <p:nvPicPr>
          <p:cNvPr id="12" name="Grafik 11" descr="Ein Bild, das Entwurf, Gehirn enthält.&#10;&#10;Automatisch generierte Beschreibung">
            <a:extLst>
              <a:ext uri="{FF2B5EF4-FFF2-40B4-BE49-F238E27FC236}">
                <a16:creationId xmlns:a16="http://schemas.microsoft.com/office/drawing/2014/main" id="{0B66D317-9618-B1F0-0DAE-FEC892B77D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44" b="38431"/>
          <a:stretch/>
        </p:blipFill>
        <p:spPr>
          <a:xfrm>
            <a:off x="803891" y="2946389"/>
            <a:ext cx="2502650" cy="1158240"/>
          </a:xfrm>
          <a:prstGeom prst="rect">
            <a:avLst/>
          </a:prstGeom>
        </p:spPr>
      </p:pic>
      <p:pic>
        <p:nvPicPr>
          <p:cNvPr id="14" name="Grafik 13" descr="Ein Bild, das Entwurf, Gehirn enthält.&#10;&#10;Automatisch generierte Beschreibung">
            <a:extLst>
              <a:ext uri="{FF2B5EF4-FFF2-40B4-BE49-F238E27FC236}">
                <a16:creationId xmlns:a16="http://schemas.microsoft.com/office/drawing/2014/main" id="{E6F74C5A-BE07-782D-F6C1-A799CF7D92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784"/>
          <a:stretch/>
        </p:blipFill>
        <p:spPr>
          <a:xfrm>
            <a:off x="3490964" y="2815739"/>
            <a:ext cx="2502650" cy="1369282"/>
          </a:xfrm>
          <a:prstGeom prst="rect">
            <a:avLst/>
          </a:prstGeom>
        </p:spPr>
      </p:pic>
      <p:pic>
        <p:nvPicPr>
          <p:cNvPr id="15" name="Grafik 14" descr="Ein Bild, das Screenshot, Gehirn enthält.&#10;&#10;Automatisch generierte Beschreibung">
            <a:extLst>
              <a:ext uri="{FF2B5EF4-FFF2-40B4-BE49-F238E27FC236}">
                <a16:creationId xmlns:a16="http://schemas.microsoft.com/office/drawing/2014/main" id="{077353D9-66FF-219A-EDC5-5E72880D94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939" b="3869"/>
          <a:stretch/>
        </p:blipFill>
        <p:spPr>
          <a:xfrm>
            <a:off x="3490964" y="4938298"/>
            <a:ext cx="2502650" cy="1117600"/>
          </a:xfrm>
          <a:prstGeom prst="rect">
            <a:avLst/>
          </a:prstGeom>
        </p:spPr>
      </p:pic>
      <p:pic>
        <p:nvPicPr>
          <p:cNvPr id="16" name="Grafik 15" descr="Ein Bild, das Screenshot, Gehirn enthält.&#10;&#10;Automatisch generierte Beschreibung">
            <a:extLst>
              <a:ext uri="{FF2B5EF4-FFF2-40B4-BE49-F238E27FC236}">
                <a16:creationId xmlns:a16="http://schemas.microsoft.com/office/drawing/2014/main" id="{38918A0E-8042-D403-AF59-26C3E155C0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17" b="39669"/>
          <a:stretch/>
        </p:blipFill>
        <p:spPr>
          <a:xfrm>
            <a:off x="753063" y="4938299"/>
            <a:ext cx="2502650" cy="1050289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BA619DC5-B6E4-087A-D8D2-3E48C21360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28" b="38687"/>
          <a:stretch/>
        </p:blipFill>
        <p:spPr>
          <a:xfrm>
            <a:off x="764686" y="6930514"/>
            <a:ext cx="2419109" cy="1111251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EC6D2134-0A2E-50F7-0610-D6AC30A98D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955" b="1"/>
          <a:stretch/>
        </p:blipFill>
        <p:spPr>
          <a:xfrm>
            <a:off x="3506399" y="6827326"/>
            <a:ext cx="2419109" cy="1317624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DC4AC6F1-3D19-1709-2662-456D756D4CE9}"/>
              </a:ext>
            </a:extLst>
          </p:cNvPr>
          <p:cNvSpPr txBox="1"/>
          <p:nvPr/>
        </p:nvSpPr>
        <p:spPr>
          <a:xfrm>
            <a:off x="1543124" y="290833"/>
            <a:ext cx="3606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priori </a:t>
            </a:r>
            <a:r>
              <a:rPr lang="de-D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emotion</a:t>
            </a:r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regulation</a:t>
            </a:r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network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24AD0D0-D068-C802-36A8-A660A75ECDC6}"/>
              </a:ext>
            </a:extLst>
          </p:cNvPr>
          <p:cNvSpPr txBox="1"/>
          <p:nvPr/>
        </p:nvSpPr>
        <p:spPr>
          <a:xfrm>
            <a:off x="391338" y="711745"/>
            <a:ext cx="456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0C73DCA-BD47-0D73-EC11-00B6E45BF164}"/>
              </a:ext>
            </a:extLst>
          </p:cNvPr>
          <p:cNvSpPr txBox="1"/>
          <p:nvPr/>
        </p:nvSpPr>
        <p:spPr>
          <a:xfrm>
            <a:off x="2155171" y="2448732"/>
            <a:ext cx="2201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Trait </a:t>
            </a:r>
            <a:r>
              <a:rPr lang="de-D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questionnaires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ABE545E-755E-332D-2914-161CC12B041F}"/>
              </a:ext>
            </a:extLst>
          </p:cNvPr>
          <p:cNvSpPr txBox="1"/>
          <p:nvPr/>
        </p:nvSpPr>
        <p:spPr>
          <a:xfrm>
            <a:off x="1749693" y="4529187"/>
            <a:ext cx="3113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Task-</a:t>
            </a:r>
            <a:r>
              <a:rPr lang="de-D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affective</a:t>
            </a:r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ratings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78C9266-DD99-09B8-2037-3B0E5ADB9C7F}"/>
              </a:ext>
            </a:extLst>
          </p:cNvPr>
          <p:cNvSpPr txBox="1"/>
          <p:nvPr/>
        </p:nvSpPr>
        <p:spPr>
          <a:xfrm>
            <a:off x="1749693" y="6410464"/>
            <a:ext cx="3113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Amygdala down-regulation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3E142E0-C1D0-3CC2-A06F-A9AACF753C19}"/>
              </a:ext>
            </a:extLst>
          </p:cNvPr>
          <p:cNvSpPr txBox="1"/>
          <p:nvPr/>
        </p:nvSpPr>
        <p:spPr>
          <a:xfrm>
            <a:off x="382256" y="2912801"/>
            <a:ext cx="456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1DB970EC-7070-6F89-5380-11E0999704D8}"/>
              </a:ext>
            </a:extLst>
          </p:cNvPr>
          <p:cNvSpPr txBox="1"/>
          <p:nvPr/>
        </p:nvSpPr>
        <p:spPr>
          <a:xfrm>
            <a:off x="382256" y="4847835"/>
            <a:ext cx="456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DABA64A4-2795-55B5-0394-C88F8039B32A}"/>
              </a:ext>
            </a:extLst>
          </p:cNvPr>
          <p:cNvSpPr txBox="1"/>
          <p:nvPr/>
        </p:nvSpPr>
        <p:spPr>
          <a:xfrm>
            <a:off x="391338" y="6749018"/>
            <a:ext cx="456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7DDFEEA-1EE4-9E95-C22D-919244931870}"/>
              </a:ext>
            </a:extLst>
          </p:cNvPr>
          <p:cNvSpPr txBox="1"/>
          <p:nvPr/>
        </p:nvSpPr>
        <p:spPr>
          <a:xfrm>
            <a:off x="2834484" y="5973468"/>
            <a:ext cx="110479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 = -44, y = 7, z = 4</a:t>
            </a:r>
            <a:endParaRPr lang="en-US" sz="900">
              <a:effectLst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7A902A2-ABE5-391F-CB02-FB22E11FE460}"/>
              </a:ext>
            </a:extLst>
          </p:cNvPr>
          <p:cNvSpPr txBox="1"/>
          <p:nvPr/>
        </p:nvSpPr>
        <p:spPr>
          <a:xfrm>
            <a:off x="2861155" y="2022933"/>
            <a:ext cx="10250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 = 4, y = 0, z = 0</a:t>
            </a:r>
            <a:endParaRPr lang="en-US" sz="900">
              <a:effectLst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847D4E8-DBF7-8ACA-DBEC-400818EBCB35}"/>
              </a:ext>
            </a:extLst>
          </p:cNvPr>
          <p:cNvSpPr txBox="1"/>
          <p:nvPr/>
        </p:nvSpPr>
        <p:spPr>
          <a:xfrm>
            <a:off x="2861155" y="4051052"/>
            <a:ext cx="105145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 = 4, y = 0, z = 0</a:t>
            </a:r>
            <a:endParaRPr lang="en-US" sz="900">
              <a:effectLst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5E2CA53-59DC-14C5-EB5F-EC96C00FF02F}"/>
              </a:ext>
            </a:extLst>
          </p:cNvPr>
          <p:cNvSpPr txBox="1"/>
          <p:nvPr/>
        </p:nvSpPr>
        <p:spPr>
          <a:xfrm>
            <a:off x="2879288" y="8053905"/>
            <a:ext cx="110479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 = 0, y = 0, z = 0</a:t>
            </a:r>
            <a:endParaRPr lang="en-US" sz="9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6943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BE7BE-3EEB-33D7-16DE-A79511536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Screenshot, Zeichnung, Entwurf, Kunst enthält.&#10;&#10;Automatisch generierte Beschreibung">
            <a:extLst>
              <a:ext uri="{FF2B5EF4-FFF2-40B4-BE49-F238E27FC236}">
                <a16:creationId xmlns:a16="http://schemas.microsoft.com/office/drawing/2014/main" id="{534AA904-BDBF-FADE-30D9-B4F73F6A3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2" b="38429"/>
          <a:stretch/>
        </p:blipFill>
        <p:spPr>
          <a:xfrm>
            <a:off x="764686" y="831804"/>
            <a:ext cx="2502650" cy="1196341"/>
          </a:xfrm>
          <a:prstGeom prst="rect">
            <a:avLst/>
          </a:prstGeom>
        </p:spPr>
      </p:pic>
      <p:pic>
        <p:nvPicPr>
          <p:cNvPr id="11" name="Grafik 10" descr="Ein Bild, das Screenshot, Zeichnung, Entwurf, Kunst enthält.&#10;&#10;Automatisch generierte Beschreibung">
            <a:extLst>
              <a:ext uri="{FF2B5EF4-FFF2-40B4-BE49-F238E27FC236}">
                <a16:creationId xmlns:a16="http://schemas.microsoft.com/office/drawing/2014/main" id="{11BBB069-9D37-6A95-AB1A-B863135DF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783" b="1"/>
          <a:stretch/>
        </p:blipFill>
        <p:spPr>
          <a:xfrm>
            <a:off x="3431686" y="745333"/>
            <a:ext cx="2502650" cy="1369282"/>
          </a:xfrm>
          <a:prstGeom prst="rect">
            <a:avLst/>
          </a:prstGeom>
        </p:spPr>
      </p:pic>
      <p:pic>
        <p:nvPicPr>
          <p:cNvPr id="12" name="Grafik 11" descr="Ein Bild, das Entwurf, Gehirn enthält.&#10;&#10;Automatisch generierte Beschreibung">
            <a:extLst>
              <a:ext uri="{FF2B5EF4-FFF2-40B4-BE49-F238E27FC236}">
                <a16:creationId xmlns:a16="http://schemas.microsoft.com/office/drawing/2014/main" id="{F110D1D7-5521-FBD5-3838-E84095C88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44" b="38431"/>
          <a:stretch/>
        </p:blipFill>
        <p:spPr>
          <a:xfrm>
            <a:off x="803891" y="2946389"/>
            <a:ext cx="2502650" cy="1158240"/>
          </a:xfrm>
          <a:prstGeom prst="rect">
            <a:avLst/>
          </a:prstGeom>
        </p:spPr>
      </p:pic>
      <p:pic>
        <p:nvPicPr>
          <p:cNvPr id="14" name="Grafik 13" descr="Ein Bild, das Entwurf, Gehirn enthält.&#10;&#10;Automatisch generierte Beschreibung">
            <a:extLst>
              <a:ext uri="{FF2B5EF4-FFF2-40B4-BE49-F238E27FC236}">
                <a16:creationId xmlns:a16="http://schemas.microsoft.com/office/drawing/2014/main" id="{C3CCB19A-0969-1C56-B2BE-DCB2E2327D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784"/>
          <a:stretch/>
        </p:blipFill>
        <p:spPr>
          <a:xfrm>
            <a:off x="3490964" y="2815739"/>
            <a:ext cx="2502650" cy="1369282"/>
          </a:xfrm>
          <a:prstGeom prst="rect">
            <a:avLst/>
          </a:prstGeom>
        </p:spPr>
      </p:pic>
      <p:pic>
        <p:nvPicPr>
          <p:cNvPr id="15" name="Grafik 14" descr="Ein Bild, das Screenshot, Gehirn enthält.&#10;&#10;Automatisch generierte Beschreibung">
            <a:extLst>
              <a:ext uri="{FF2B5EF4-FFF2-40B4-BE49-F238E27FC236}">
                <a16:creationId xmlns:a16="http://schemas.microsoft.com/office/drawing/2014/main" id="{DC8BB89B-AC45-16D9-E99B-E9850B67F6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939" b="3869"/>
          <a:stretch/>
        </p:blipFill>
        <p:spPr>
          <a:xfrm>
            <a:off x="3490964" y="4938298"/>
            <a:ext cx="2502650" cy="1117600"/>
          </a:xfrm>
          <a:prstGeom prst="rect">
            <a:avLst/>
          </a:prstGeom>
        </p:spPr>
      </p:pic>
      <p:pic>
        <p:nvPicPr>
          <p:cNvPr id="16" name="Grafik 15" descr="Ein Bild, das Screenshot, Gehirn enthält.&#10;&#10;Automatisch generierte Beschreibung">
            <a:extLst>
              <a:ext uri="{FF2B5EF4-FFF2-40B4-BE49-F238E27FC236}">
                <a16:creationId xmlns:a16="http://schemas.microsoft.com/office/drawing/2014/main" id="{5CB9B282-33AE-687B-2A9A-8502E966F2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17" b="39669"/>
          <a:stretch/>
        </p:blipFill>
        <p:spPr>
          <a:xfrm>
            <a:off x="753063" y="4938299"/>
            <a:ext cx="2502650" cy="1050289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4E205363-7403-3CDB-80B4-6C63E62DFF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28" b="38687"/>
          <a:stretch/>
        </p:blipFill>
        <p:spPr>
          <a:xfrm>
            <a:off x="764686" y="6930514"/>
            <a:ext cx="2419109" cy="1111251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9633AC4C-4FA9-ECE0-DAE9-9DA4E746C9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955" b="1"/>
          <a:stretch/>
        </p:blipFill>
        <p:spPr>
          <a:xfrm>
            <a:off x="3506399" y="6827326"/>
            <a:ext cx="2419109" cy="1317624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5643C0BC-2DAE-DD47-43D4-FA694A74E404}"/>
              </a:ext>
            </a:extLst>
          </p:cNvPr>
          <p:cNvSpPr txBox="1"/>
          <p:nvPr/>
        </p:nvSpPr>
        <p:spPr>
          <a:xfrm>
            <a:off x="1543124" y="290833"/>
            <a:ext cx="3606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priori </a:t>
            </a:r>
            <a:r>
              <a:rPr lang="de-D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emotion</a:t>
            </a:r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regulation</a:t>
            </a:r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network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25B5A4E-BC26-59BA-D3FC-0CD4BEDE6088}"/>
              </a:ext>
            </a:extLst>
          </p:cNvPr>
          <p:cNvSpPr txBox="1"/>
          <p:nvPr/>
        </p:nvSpPr>
        <p:spPr>
          <a:xfrm>
            <a:off x="391338" y="711745"/>
            <a:ext cx="456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533B255-C315-95A2-A28D-FE99A0B5F36F}"/>
              </a:ext>
            </a:extLst>
          </p:cNvPr>
          <p:cNvSpPr txBox="1"/>
          <p:nvPr/>
        </p:nvSpPr>
        <p:spPr>
          <a:xfrm>
            <a:off x="2155171" y="2448732"/>
            <a:ext cx="2201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Trait </a:t>
            </a:r>
            <a:r>
              <a:rPr lang="de-D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questionnaires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96806EDB-4590-8F79-1F0B-1F3D012940BF}"/>
              </a:ext>
            </a:extLst>
          </p:cNvPr>
          <p:cNvSpPr txBox="1"/>
          <p:nvPr/>
        </p:nvSpPr>
        <p:spPr>
          <a:xfrm>
            <a:off x="1749693" y="4529187"/>
            <a:ext cx="3113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Task-</a:t>
            </a:r>
            <a:r>
              <a:rPr lang="de-D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affective</a:t>
            </a:r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ratings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88A9146-8235-B90C-98A0-23C7C9876BF8}"/>
              </a:ext>
            </a:extLst>
          </p:cNvPr>
          <p:cNvSpPr txBox="1"/>
          <p:nvPr/>
        </p:nvSpPr>
        <p:spPr>
          <a:xfrm>
            <a:off x="1749693" y="6410464"/>
            <a:ext cx="3113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Amygdala down-regulation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76E4FD22-F8C1-C054-8B8B-369CFBC5CD00}"/>
              </a:ext>
            </a:extLst>
          </p:cNvPr>
          <p:cNvSpPr txBox="1"/>
          <p:nvPr/>
        </p:nvSpPr>
        <p:spPr>
          <a:xfrm>
            <a:off x="382256" y="2912801"/>
            <a:ext cx="456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DEB2A3D-8DD1-B6EC-2807-B95F82AE1DD6}"/>
              </a:ext>
            </a:extLst>
          </p:cNvPr>
          <p:cNvSpPr txBox="1"/>
          <p:nvPr/>
        </p:nvSpPr>
        <p:spPr>
          <a:xfrm>
            <a:off x="382256" y="4847835"/>
            <a:ext cx="456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DF9F2383-37EB-87F5-184E-12C65EC91B74}"/>
              </a:ext>
            </a:extLst>
          </p:cNvPr>
          <p:cNvSpPr txBox="1"/>
          <p:nvPr/>
        </p:nvSpPr>
        <p:spPr>
          <a:xfrm>
            <a:off x="391338" y="6749018"/>
            <a:ext cx="456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816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126</Words>
  <Application>Microsoft Office PowerPoint</Application>
  <PresentationFormat>Benutzerdefiniert</PresentationFormat>
  <Paragraphs>37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Maurizio Sicorello</dc:creator>
  <cp:lastModifiedBy>Maurizio Sicorello</cp:lastModifiedBy>
  <cp:revision>1</cp:revision>
  <dcterms:created xsi:type="dcterms:W3CDTF">2024-09-24T08:58:35Z</dcterms:created>
  <dcterms:modified xsi:type="dcterms:W3CDTF">2026-08-14T12:13:36Z</dcterms:modified>
</cp:coreProperties>
</file>